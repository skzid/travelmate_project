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EF79ACC-E5BA-4601-8D89-A5FA36B41F1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FBA2B11-75A7-4E7B-915D-E151E2FC2ACC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649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79ACC-E5BA-4601-8D89-A5FA36B41F1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2B11-75A7-4E7B-915D-E151E2FC2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704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79ACC-E5BA-4601-8D89-A5FA36B41F1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2B11-75A7-4E7B-915D-E151E2FC2ACC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679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79ACC-E5BA-4601-8D89-A5FA36B41F1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2B11-75A7-4E7B-915D-E151E2FC2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14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79ACC-E5BA-4601-8D89-A5FA36B41F1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2B11-75A7-4E7B-915D-E151E2FC2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950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79ACC-E5BA-4601-8D89-A5FA36B41F1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2B11-75A7-4E7B-915D-E151E2FC2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3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79ACC-E5BA-4601-8D89-A5FA36B41F1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2B11-75A7-4E7B-915D-E151E2FC2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451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79ACC-E5BA-4601-8D89-A5FA36B41F1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2B11-75A7-4E7B-915D-E151E2FC2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626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79ACC-E5BA-4601-8D89-A5FA36B41F1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2B11-75A7-4E7B-915D-E151E2FC2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1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79ACC-E5BA-4601-8D89-A5FA36B41F1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2B11-75A7-4E7B-915D-E151E2FC2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454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79ACC-E5BA-4601-8D89-A5FA36B41F1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A2B11-75A7-4E7B-915D-E151E2FC2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07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EF79ACC-E5BA-4601-8D89-A5FA36B41F1B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FBA2B11-75A7-4E7B-915D-E151E2FC2A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93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2EEBC6-F297-64BA-D609-D5DB64E48C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TravelMate</a:t>
            </a:r>
            <a:endParaRPr lang="ru-RU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E5BDFE-B38E-EC1F-DC04-8E41AD7BC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1158"/>
            <a:ext cx="9144000" cy="1006642"/>
          </a:xfrm>
        </p:spPr>
        <p:txBody>
          <a:bodyPr/>
          <a:lstStyle/>
          <a:p>
            <a:r>
              <a:rPr lang="ru-RU" dirty="0"/>
              <a:t>Учебный </a:t>
            </a:r>
            <a:r>
              <a:rPr lang="en-US" dirty="0"/>
              <a:t>WEB</a:t>
            </a:r>
            <a:r>
              <a:rPr lang="ru-RU" dirty="0"/>
              <a:t>-проект</a:t>
            </a:r>
            <a:br>
              <a:rPr lang="ru-RU" dirty="0"/>
            </a:br>
            <a:r>
              <a:rPr lang="ru-RU" dirty="0"/>
              <a:t>Замковая Яна, </a:t>
            </a:r>
            <a:r>
              <a:rPr lang="ru-RU" dirty="0" err="1"/>
              <a:t>Каськова</a:t>
            </a:r>
            <a:r>
              <a:rPr lang="ru-RU" dirty="0"/>
              <a:t> Арина</a:t>
            </a:r>
          </a:p>
        </p:txBody>
      </p:sp>
    </p:spTree>
    <p:extLst>
      <p:ext uri="{BB962C8B-B14F-4D97-AF65-F5344CB8AC3E}">
        <p14:creationId xmlns:p14="http://schemas.microsoft.com/office/powerpoint/2010/main" val="2002917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FF306-E5F3-B5B7-5D2F-CD9B96BF5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3" y="609599"/>
            <a:ext cx="9875520" cy="1356360"/>
          </a:xfrm>
        </p:spPr>
        <p:txBody>
          <a:bodyPr/>
          <a:lstStyle/>
          <a:p>
            <a:r>
              <a:rPr lang="ru-RU" dirty="0"/>
              <a:t>Идея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9E6EE7-D96F-44DE-34AA-6277053DF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3" y="2170497"/>
            <a:ext cx="6589294" cy="4038600"/>
          </a:xfrm>
        </p:spPr>
        <p:txBody>
          <a:bodyPr/>
          <a:lstStyle/>
          <a:p>
            <a:pPr marL="45720" indent="0">
              <a:buNone/>
            </a:pPr>
            <a:r>
              <a:rPr lang="en-US" dirty="0" err="1"/>
              <a:t>TravelMate</a:t>
            </a:r>
            <a:r>
              <a:rPr lang="en-US" dirty="0"/>
              <a:t> – </a:t>
            </a:r>
            <a:r>
              <a:rPr lang="ru-RU" dirty="0"/>
              <a:t>это веб-приложение для хранения заметок о путешествиях</a:t>
            </a:r>
          </a:p>
          <a:p>
            <a:r>
              <a:rPr lang="ru-RU" dirty="0"/>
              <a:t>Пользователь может добавить город, описание и фотографию</a:t>
            </a:r>
          </a:p>
          <a:p>
            <a:r>
              <a:rPr lang="ru-RU" dirty="0"/>
              <a:t>Приложение помогает быстро сохранить впечатление о месте</a:t>
            </a:r>
          </a:p>
          <a:p>
            <a:r>
              <a:rPr lang="ru-RU" dirty="0"/>
              <a:t>Координаты и страна города определяются автоматически через </a:t>
            </a:r>
            <a:r>
              <a:rPr lang="en-US" dirty="0"/>
              <a:t>API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F1AFC1-F0E4-DA70-47B1-4111AFC7A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317" y="1965959"/>
            <a:ext cx="4924926" cy="384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9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5D2ED2-5B54-77F1-DBDA-CA7285A4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609600"/>
            <a:ext cx="9875520" cy="1356360"/>
          </a:xfrm>
        </p:spPr>
        <p:txBody>
          <a:bodyPr/>
          <a:lstStyle/>
          <a:p>
            <a:r>
              <a:rPr lang="ru-RU" dirty="0"/>
              <a:t>Какие задачи решает 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182063-2855-EAC6-773F-F435D8FE1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1" y="2156460"/>
            <a:ext cx="6686549" cy="4038600"/>
          </a:xfrm>
        </p:spPr>
        <p:txBody>
          <a:bodyPr/>
          <a:lstStyle/>
          <a:p>
            <a:r>
              <a:rPr lang="ru-RU" dirty="0"/>
              <a:t>Хранение личных и публичных записей о городах</a:t>
            </a:r>
          </a:p>
          <a:p>
            <a:r>
              <a:rPr lang="ru-RU" dirty="0"/>
              <a:t>Загрузка фотографии к каждой записи</a:t>
            </a:r>
          </a:p>
          <a:p>
            <a:r>
              <a:rPr lang="ru-RU" dirty="0"/>
              <a:t>Отображение публичной ленты путешествий </a:t>
            </a:r>
          </a:p>
          <a:p>
            <a:r>
              <a:rPr lang="ru-RU" dirty="0"/>
              <a:t>Получение географических данных через внешний сервис</a:t>
            </a:r>
          </a:p>
          <a:p>
            <a:r>
              <a:rPr lang="ru-RU" dirty="0"/>
              <a:t>Выдача данных в формате </a:t>
            </a:r>
            <a:r>
              <a:rPr lang="en-US" dirty="0"/>
              <a:t>JSON</a:t>
            </a:r>
            <a:r>
              <a:rPr lang="ru-RU" dirty="0"/>
              <a:t> через </a:t>
            </a:r>
            <a:r>
              <a:rPr lang="en-US" dirty="0"/>
              <a:t>REST API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4335B3-8C28-D605-BBAD-FD5DD6C94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613" y="1965960"/>
            <a:ext cx="4861802" cy="383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46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B09B70-FE69-88A8-846F-D1AFBB2B1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C022F3-B2CC-20C7-360C-614354CB7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Регистрация пользователя</a:t>
            </a:r>
          </a:p>
          <a:p>
            <a:r>
              <a:rPr lang="ru-RU" dirty="0"/>
              <a:t>Авторизация и выход из аккаунта</a:t>
            </a:r>
          </a:p>
          <a:p>
            <a:r>
              <a:rPr lang="ru-RU" dirty="0"/>
              <a:t>Добавление новой записи</a:t>
            </a:r>
          </a:p>
          <a:p>
            <a:r>
              <a:rPr lang="ru-RU" dirty="0"/>
              <a:t>Редактирование и удаление своих записей</a:t>
            </a:r>
          </a:p>
          <a:p>
            <a:r>
              <a:rPr lang="ru-RU" dirty="0"/>
              <a:t>Разделение записей на публичные и личные</a:t>
            </a:r>
          </a:p>
        </p:txBody>
      </p:sp>
    </p:spTree>
    <p:extLst>
      <p:ext uri="{BB962C8B-B14F-4D97-AF65-F5344CB8AC3E}">
        <p14:creationId xmlns:p14="http://schemas.microsoft.com/office/powerpoint/2010/main" val="2529919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8B85D-CFB8-50FA-C595-B168DE6D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08842B-1C00-BB45-EA79-0954F59B9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main.py – </a:t>
            </a:r>
            <a:r>
              <a:rPr lang="ru-RU" dirty="0"/>
              <a:t>маршруты </a:t>
            </a:r>
            <a:r>
              <a:rPr lang="en-US" dirty="0"/>
              <a:t>Flask </a:t>
            </a:r>
            <a:r>
              <a:rPr lang="ru-RU" dirty="0"/>
              <a:t>и основная логика</a:t>
            </a:r>
          </a:p>
          <a:p>
            <a:r>
              <a:rPr lang="en-US" dirty="0"/>
              <a:t>forms.py – </a:t>
            </a:r>
            <a:r>
              <a:rPr lang="ru-RU" dirty="0"/>
              <a:t>формы регистрации, входа и добавления записи</a:t>
            </a:r>
          </a:p>
          <a:p>
            <a:r>
              <a:rPr lang="en-US" dirty="0"/>
              <a:t>data/users.py – ORM</a:t>
            </a:r>
            <a:r>
              <a:rPr lang="ru-RU" dirty="0"/>
              <a:t>-модель пользователя</a:t>
            </a:r>
          </a:p>
          <a:p>
            <a:r>
              <a:rPr lang="en-US" dirty="0"/>
              <a:t>data/trips.py – ORM</a:t>
            </a:r>
            <a:r>
              <a:rPr lang="ru-RU" dirty="0"/>
              <a:t>-модель записи о путешествии</a:t>
            </a:r>
          </a:p>
          <a:p>
            <a:r>
              <a:rPr lang="en-US" dirty="0"/>
              <a:t>templates/ - HTML</a:t>
            </a:r>
            <a:r>
              <a:rPr lang="ru-RU" dirty="0"/>
              <a:t>-шаблоны </a:t>
            </a:r>
            <a:r>
              <a:rPr lang="en-US" dirty="0"/>
              <a:t>Jinja2</a:t>
            </a:r>
          </a:p>
          <a:p>
            <a:r>
              <a:rPr lang="en-US" dirty="0"/>
              <a:t>static/ - </a:t>
            </a:r>
            <a:r>
              <a:rPr lang="ru-RU" dirty="0"/>
              <a:t>стили и загруженные файлы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913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D81C7-F0DF-409D-AFD2-C2F65F077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60CC12-6ADE-A01B-F866-CB12A9B76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609850"/>
            <a:ext cx="9872871" cy="3390900"/>
          </a:xfrm>
        </p:spPr>
        <p:txBody>
          <a:bodyPr/>
          <a:lstStyle/>
          <a:p>
            <a:r>
              <a:rPr lang="en-US" dirty="0"/>
              <a:t>User </a:t>
            </a:r>
            <a:r>
              <a:rPr lang="ru-RU" dirty="0"/>
              <a:t>– хранит имя, почту, описание, </a:t>
            </a:r>
            <a:r>
              <a:rPr lang="ru-RU" dirty="0" err="1"/>
              <a:t>хеш</a:t>
            </a:r>
            <a:r>
              <a:rPr lang="ru-RU" dirty="0"/>
              <a:t> пароля и дату регистрации</a:t>
            </a:r>
          </a:p>
          <a:p>
            <a:r>
              <a:rPr lang="en-US" dirty="0"/>
              <a:t>Trip – </a:t>
            </a:r>
            <a:r>
              <a:rPr lang="ru-RU" dirty="0"/>
              <a:t>хранит название, город, страну, координат, описание и фото</a:t>
            </a:r>
          </a:p>
          <a:p>
            <a:r>
              <a:rPr lang="ru-RU" dirty="0"/>
              <a:t>Для хранения данных используется </a:t>
            </a:r>
            <a:r>
              <a:rPr lang="en-US" dirty="0"/>
              <a:t>SQLite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6978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2249E-B035-1E2B-FF65-DA8C16F23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Использованные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6BCA88-D082-42D0-64A8-F187672D8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6198079" cy="4038600"/>
          </a:xfrm>
        </p:spPr>
        <p:txBody>
          <a:bodyPr/>
          <a:lstStyle/>
          <a:p>
            <a:r>
              <a:rPr lang="en-US" dirty="0"/>
              <a:t>Flask – </a:t>
            </a:r>
            <a:r>
              <a:rPr lang="ru-RU" dirty="0"/>
              <a:t>основа веб-приложения</a:t>
            </a:r>
          </a:p>
          <a:p>
            <a:r>
              <a:rPr lang="en-US" dirty="0"/>
              <a:t>Jinja2 – </a:t>
            </a:r>
            <a:r>
              <a:rPr lang="ru-RU" dirty="0"/>
              <a:t>шаблоны </a:t>
            </a:r>
            <a:r>
              <a:rPr lang="en-US" dirty="0"/>
              <a:t>HTML</a:t>
            </a:r>
            <a:r>
              <a:rPr lang="ru-RU" dirty="0"/>
              <a:t>-страниц</a:t>
            </a:r>
          </a:p>
          <a:p>
            <a:r>
              <a:rPr lang="en-US" dirty="0"/>
              <a:t>Bootstrap – </a:t>
            </a:r>
            <a:r>
              <a:rPr lang="ru-RU" dirty="0"/>
              <a:t>оформление интерфейса</a:t>
            </a:r>
          </a:p>
          <a:p>
            <a:r>
              <a:rPr lang="en-US" dirty="0"/>
              <a:t>Flask-WTF –</a:t>
            </a:r>
            <a:r>
              <a:rPr lang="ru-RU" dirty="0"/>
              <a:t> формы и валидация</a:t>
            </a:r>
            <a:endParaRPr lang="en-US" dirty="0"/>
          </a:p>
          <a:p>
            <a:r>
              <a:rPr lang="en-US" dirty="0"/>
              <a:t>Flask-login –</a:t>
            </a:r>
            <a:r>
              <a:rPr lang="ru-RU" dirty="0"/>
              <a:t> авторизация пользователей</a:t>
            </a:r>
            <a:endParaRPr lang="en-US" dirty="0"/>
          </a:p>
          <a:p>
            <a:r>
              <a:rPr lang="en-US" dirty="0" err="1"/>
              <a:t>SQLAlchemy</a:t>
            </a:r>
            <a:r>
              <a:rPr lang="en-US" dirty="0"/>
              <a:t> ORM – </a:t>
            </a:r>
            <a:r>
              <a:rPr lang="ru-RU" dirty="0"/>
              <a:t>работа с базой данных</a:t>
            </a:r>
            <a:endParaRPr lang="en-US" dirty="0"/>
          </a:p>
          <a:p>
            <a:r>
              <a:rPr lang="en-US" dirty="0"/>
              <a:t>requests – </a:t>
            </a:r>
            <a:r>
              <a:rPr lang="ru-RU" dirty="0"/>
              <a:t>обращение к внешнему </a:t>
            </a:r>
            <a:r>
              <a:rPr lang="en-US" dirty="0"/>
              <a:t>API</a:t>
            </a:r>
            <a:endParaRPr lang="ru-RU" dirty="0"/>
          </a:p>
          <a:p>
            <a:endParaRPr lang="ru-RU" dirty="0"/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06B57895-0177-5BC3-CC71-A1CCDA631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479" y="4669821"/>
            <a:ext cx="3026646" cy="170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6D39C132-A973-65C9-1ACA-124DC3935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208" y="4892041"/>
            <a:ext cx="2260840" cy="127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420D86E8-EF65-0B3B-1B68-7C60E3DB8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927" y="3429000"/>
            <a:ext cx="3181443" cy="178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8E41EE39-A819-F74C-3EC7-981777958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177" y="3036194"/>
            <a:ext cx="2996062" cy="78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07771F-A0B8-64DA-4367-375714EBD3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266" y="1965401"/>
            <a:ext cx="2097884" cy="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65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685D6-67E4-36AA-794E-DC21984E6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Возможности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246EE4-CDC1-E680-E4B8-E8B2D2FBE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Добавить интерактивную карту с отметками</a:t>
            </a:r>
          </a:p>
          <a:p>
            <a:r>
              <a:rPr lang="ru-RU" dirty="0"/>
              <a:t>Сделать поиск и фильтрацию по городам</a:t>
            </a:r>
          </a:p>
          <a:p>
            <a:r>
              <a:rPr lang="ru-RU" dirty="0"/>
              <a:t>Добавить комментарии к публичным записям</a:t>
            </a:r>
          </a:p>
          <a:p>
            <a:r>
              <a:rPr lang="ru-RU" dirty="0"/>
              <a:t>Улучшить дизайн страниц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DD6DA7-95F3-FDF6-7AA4-AE7CE88DF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53" y="3429000"/>
            <a:ext cx="5368297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22449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Базис</Template>
  <TotalTime>53</TotalTime>
  <Words>250</Words>
  <Application>Microsoft Office PowerPoint</Application>
  <PresentationFormat>Широкоэкранный</PresentationFormat>
  <Paragraphs>43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Corbel</vt:lpstr>
      <vt:lpstr>Базис</vt:lpstr>
      <vt:lpstr>TravelMate</vt:lpstr>
      <vt:lpstr>Идея Проекта</vt:lpstr>
      <vt:lpstr>Какие задачи решает проект</vt:lpstr>
      <vt:lpstr>Основные функции</vt:lpstr>
      <vt:lpstr>Структура проекта</vt:lpstr>
      <vt:lpstr>Модели базы данных</vt:lpstr>
      <vt:lpstr>Использованные технологии</vt:lpstr>
      <vt:lpstr>Возможности развития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Ирина Замковая</dc:creator>
  <cp:lastModifiedBy>Ирина Замковая</cp:lastModifiedBy>
  <cp:revision>2</cp:revision>
  <dcterms:created xsi:type="dcterms:W3CDTF">2026-05-17T08:51:07Z</dcterms:created>
  <dcterms:modified xsi:type="dcterms:W3CDTF">2026-05-17T09:44:28Z</dcterms:modified>
</cp:coreProperties>
</file>